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040417a9bb4b74" /><Relationship Type="http://schemas.openxmlformats.org/officeDocument/2006/relationships/extended-properties" Target="/docProps/app.xml" Id="Rc53ebfc4177b4168" /><Relationship Type="http://schemas.openxmlformats.org/officeDocument/2006/relationships/officeDocument" Target="/ppt/presentation.xml" Id="R590101b6048241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cc1959fc4d48bb"/>
  </p:sldMasterIdLst>
  <p:notesMasterIdLst>
    <p:notesMasterId xmlns:r="http://schemas.openxmlformats.org/officeDocument/2006/relationships" r:id="Rdec92474029d4f61"/>
  </p:notesMasterIdLst>
  <p:sldIdLst>
    <p:sldId xmlns:r="http://schemas.openxmlformats.org/officeDocument/2006/relationships" id="256" r:id="R22fd2261fa6a4b28"/>
    <p:sldId xmlns:r="http://schemas.openxmlformats.org/officeDocument/2006/relationships" id="257" r:id="R4d867d013fdb4bf7"/>
    <p:sldId xmlns:r="http://schemas.openxmlformats.org/officeDocument/2006/relationships" id="258" r:id="Rafb7d20b598e4c02"/>
    <p:sldId xmlns:r="http://schemas.openxmlformats.org/officeDocument/2006/relationships" id="259" r:id="Re50d7ac25ed245df"/>
    <p:sldId xmlns:r="http://schemas.openxmlformats.org/officeDocument/2006/relationships" id="260" r:id="R9c1a474326d74428"/>
    <p:sldId xmlns:r="http://schemas.openxmlformats.org/officeDocument/2006/relationships" id="261" r:id="R127bb8c6338e498b"/>
    <p:sldId xmlns:r="http://schemas.openxmlformats.org/officeDocument/2006/relationships" id="262" r:id="R5c46ea14a2234eb8"/>
    <p:sldId xmlns:r="http://schemas.openxmlformats.org/officeDocument/2006/relationships" id="263" r:id="R219113a743774e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bcdf080d7a4946" /><Relationship Type="http://schemas.openxmlformats.org/officeDocument/2006/relationships/slideMaster" Target="/ppt/slideMasters/slideMaster1.xml" Id="Rf3cc1959fc4d48bb" /><Relationship Type="http://schemas.openxmlformats.org/officeDocument/2006/relationships/notesMaster" Target="/ppt/notesMasters/notesMaster1.xml" Id="Rdec92474029d4f61" /><Relationship Type="http://schemas.openxmlformats.org/officeDocument/2006/relationships/presProps" Target="/ppt/presProps.xml" Id="Ra81c60de2ebd4ac9" /><Relationship Type="http://schemas.openxmlformats.org/officeDocument/2006/relationships/tableStyles" Target="/ppt/tableStyles.xml" Id="R084ae168fc4a425c" /><Relationship Type="http://schemas.openxmlformats.org/officeDocument/2006/relationships/slide" Target="/ppt/slides/slide1.xml" Id="R22fd2261fa6a4b28" /><Relationship Type="http://schemas.openxmlformats.org/officeDocument/2006/relationships/slide" Target="/ppt/slides/slide2.xml" Id="R4d867d013fdb4bf7" /><Relationship Type="http://schemas.openxmlformats.org/officeDocument/2006/relationships/slide" Target="/ppt/slides/slide3.xml" Id="Rafb7d20b598e4c02" /><Relationship Type="http://schemas.openxmlformats.org/officeDocument/2006/relationships/slide" Target="/ppt/slides/slide4.xml" Id="Re50d7ac25ed245df" /><Relationship Type="http://schemas.openxmlformats.org/officeDocument/2006/relationships/slide" Target="/ppt/slides/slide5.xml" Id="R9c1a474326d74428" /><Relationship Type="http://schemas.openxmlformats.org/officeDocument/2006/relationships/slide" Target="/ppt/slides/slide6.xml" Id="R127bb8c6338e498b" /><Relationship Type="http://schemas.openxmlformats.org/officeDocument/2006/relationships/slide" Target="/ppt/slides/slide7.xml" Id="R5c46ea14a2234eb8" /><Relationship Type="http://schemas.openxmlformats.org/officeDocument/2006/relationships/slide" Target="/ppt/slides/slide8.xml" Id="R219113a743774e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8030b8b9fa41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25db62e0154be0" /><Relationship Type="http://schemas.openxmlformats.org/officeDocument/2006/relationships/notesMaster" Target="/ppt/notesMasters/notesMaster1.xml" Id="Ra15e746ae5734f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ada9028dd24a9d" /><Relationship Type="http://schemas.openxmlformats.org/officeDocument/2006/relationships/notesMaster" Target="/ppt/notesMasters/notesMaster1.xml" Id="R59a7bc06c16d49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9f9d21279c4a8b" /><Relationship Type="http://schemas.openxmlformats.org/officeDocument/2006/relationships/notesMaster" Target="/ppt/notesMasters/notesMaster1.xml" Id="R8feead7c4f5441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fad8e49b4e4dfa" /><Relationship Type="http://schemas.openxmlformats.org/officeDocument/2006/relationships/notesMaster" Target="/ppt/notesMasters/notesMaster1.xml" Id="Rb349bc37d6aa45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a3850fc5954763" /><Relationship Type="http://schemas.openxmlformats.org/officeDocument/2006/relationships/notesMaster" Target="/ppt/notesMasters/notesMaster1.xml" Id="Rea8afe320fc24c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71fcb871af499b" /><Relationship Type="http://schemas.openxmlformats.org/officeDocument/2006/relationships/notesMaster" Target="/ppt/notesMasters/notesMaster1.xml" Id="R3a00af3a73914b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e2f7dcd1234634" /><Relationship Type="http://schemas.openxmlformats.org/officeDocument/2006/relationships/notesMaster" Target="/ppt/notesMasters/notesMaster1.xml" Id="R6239553349a546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09d01025544f8f" /><Relationship Type="http://schemas.openxmlformats.org/officeDocument/2006/relationships/notesMaster" Target="/ppt/notesMasters/notesMaster1.xml" Id="Rea939bfef00e47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证据来源：experiments/intent/integration/20261007T120741Z-001c05/summary.json，scripts/verify_intent_local.py。合成已见用例回归，人工标签尚待独立复核。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证据来源：experiments/intent/integration/20261007T120741Z-001c05/summary.json，scripts/verify_intent_local.py。合成已见用例回归，人工标签尚待独立复核。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证据来源：experiments/intent/integration/20261007T120741Z-001c05/summary.json，scripts/verify_intent_local.py。合成已见用例回归，人工标签尚待独立复核。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证据来源：experiments/intent/integration/20261007T120741Z-001c05/summary.json，scripts/verify_intent_local.py。合成已见用例回归，人工标签尚待独立复核。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证据来源：experiments/intent/integration/20261007T120741Z-001c05/summary.json，scripts/verify_intent_local.py。合成已见用例回归，人工标签尚待独立复核。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证据来源：experiments/intent/integration/20261007T120741Z-001c05/summary.json，scripts/verify_intent_local.py。合成已见用例回归，人工标签尚待独立复核。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证据来源：experiments/intent/integration/20261007T120741Z-001c05/summary.json，scripts/verify_intent_local.py。合成已见用例回归，人工标签尚待独立复核。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证据来源：experiments/intent/integration/20261007T120741Z-001c05/summary.json，scripts/verify_intent_local.py。合成已见用例回归，人工标签尚待独立复核。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55eef509934b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6e6936a922488f" /><Relationship Type="http://schemas.openxmlformats.org/officeDocument/2006/relationships/slideLayout" Target="/ppt/slideLayouts/slideLayout1.xml" Id="R22720c64eb394b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720c64eb394b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255e81aef485d" /><Relationship Type="http://schemas.openxmlformats.org/officeDocument/2006/relationships/notesSlide" Target="/ppt/notesSlides/notesSlide1.xml" Id="R81527a9b05a546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c2ac2952e4e24" /><Relationship Type="http://schemas.openxmlformats.org/officeDocument/2006/relationships/notesSlide" Target="/ppt/notesSlides/notesSlide2.xml" Id="Rf2be34d31cf54a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9ed19b16a4e0c" /><Relationship Type="http://schemas.openxmlformats.org/officeDocument/2006/relationships/chart" Target="/ppt/slides/charts/chart1.xml" Id="Ra1eb0edf5d4248b0" /><Relationship Type="http://schemas.openxmlformats.org/officeDocument/2006/relationships/notesSlide" Target="/ppt/notesSlides/notesSlide3.xml" Id="R99ac1b31795a4e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8e90d34784bec" /><Relationship Type="http://schemas.openxmlformats.org/officeDocument/2006/relationships/notesSlide" Target="/ppt/notesSlides/notesSlide4.xml" Id="Rbfdc486c1d674b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c09add9ba445d" /><Relationship Type="http://schemas.openxmlformats.org/officeDocument/2006/relationships/notesSlide" Target="/ppt/notesSlides/notesSlide5.xml" Id="R687d7dee43c045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d1790003c4b27" /><Relationship Type="http://schemas.openxmlformats.org/officeDocument/2006/relationships/image" Target="/ppt/media/image.png" Id="Rdcfbd49808b241a6" /><Relationship Type="http://schemas.openxmlformats.org/officeDocument/2006/relationships/notesSlide" Target="/ppt/notesSlides/notesSlide6.xml" Id="R2fe4836525e648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f8a0cb1a44fe9" /><Relationship Type="http://schemas.openxmlformats.org/officeDocument/2006/relationships/notesSlide" Target="/ppt/notesSlides/notesSlide7.xml" Id="R0dce261f1e734f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9e736385c476c" /><Relationship Type="http://schemas.openxmlformats.org/officeDocument/2006/relationships/notesSlide" Target="/ppt/notesSlides/notesSlide8.xml" Id="R94c37ae26ad4447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危险报告写入轨迹</c:v>
          </c:tx>
          <c:spPr>
            <a:solidFill xmlns:a="http://schemas.openxmlformats.org/drawingml/2006/main">
              <a:srgbClr val="D65858"/>
            </a:solidFill>
          </c:spPr>
          <c:cat>
            <c:strRef>
              <c:f>'Chart Data'!$A$2:$A$6</c:f>
              <c:strCache>
                <c:ptCount val="5"/>
                <c:pt idx="0">
                  <c:v>权限边界</c:v>
                </c:pt>
                <c:pt idx="1">
                  <c:v>单步检查</c:v>
                </c:pt>
                <c:pt idx="2">
                  <c:v>完整规则</c:v>
                </c:pt>
                <c:pt idx="3">
                  <c:v>去序列</c:v>
                </c:pt>
                <c:pt idx="4">
                  <c:v>去来源引用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16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v>安全终止轨迹</c:v>
          </c:tx>
          <c:spPr>
            <a:solidFill xmlns:a="http://schemas.openxmlformats.org/drawingml/2006/main">
              <a:srgbClr val="278A78"/>
            </a:solidFill>
          </c:spPr>
          <c:cat>
            <c:strRef>
              <c:f>'Chart Data'!$C$2:$C$6</c:f>
              <c:strCache>
                <c:ptCount val="5"/>
                <c:pt idx="0">
                  <c:v>权限边界</c:v>
                </c:pt>
                <c:pt idx="1">
                  <c:v>单步检查</c:v>
                </c:pt>
                <c:pt idx="2">
                  <c:v>完整规则</c:v>
                </c:pt>
                <c:pt idx="3">
                  <c:v>去序列</c:v>
                </c:pt>
                <c:pt idx="4">
                  <c:v>去来源引用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0</c:v>
                </c:pt>
                <c:pt idx="1">
                  <c:v>16</c:v>
                </c:pt>
                <c:pt idx="2">
                  <c:v>24</c:v>
                </c:pt>
                <c:pt idx="3">
                  <c:v>16</c:v>
                </c:pt>
                <c:pt idx="4">
                  <c:v>24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1B2DD-024E-414F-A7DC-8096F439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Aegis Intent 本地实现与实验验收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9127C-64BC-4ABE-996E-1592C375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2 号数据与实验工作包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2026 年 10 月 7 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真实 Core、SM2 证据链与工具效果</a:t>
            </a:r>
          </a:p>
        </p:txBody>
      </p:sp>
    </p:spTree>
    <p:extLst>
      <p:ext uri="{BB962C8B-B14F-4D97-AF65-F5344CB8AC3E}">
        <p14:creationId xmlns:p14="http://schemas.microsoft.com/office/powerpoint/2010/main" val="320585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257E51-AA94-4D04-8067-27B30E02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10 月 7 日自动验收已具备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6F3C5-8E13-4456-A441-29C04CF6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三类软偏移：检索污染、记忆诱导重复、失败后替代报告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正常对照：多步查询、合法资料替换、可信目标更新、失败回退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执行前拒绝、安全终止与有界报告恢复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真实前端事件链、风险维度、上游引用与版本记录</a:t>
            </a:r>
          </a:p>
        </p:txBody>
      </p:sp>
    </p:spTree>
    <p:extLst>
      <p:ext uri="{BB962C8B-B14F-4D97-AF65-F5344CB8AC3E}">
        <p14:creationId xmlns:p14="http://schemas.microsoft.com/office/powerpoint/2010/main" val="16770708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56ED3-4D3B-46B9-B9B7-FB9BDA9F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五组真实运行时对照，共 200 条轨迹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668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1eb0edf5d4248b0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0D193-60B2-4B57-BEBD-591BBA77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每组 40 条。来源消融没有改变拦截结果，来源功能仅提供证据关联。</a:t>
            </a:r>
          </a:p>
        </p:txBody>
      </p:sp>
    </p:spTree>
    <p:extLst>
      <p:ext uri="{BB962C8B-B14F-4D97-AF65-F5344CB8AC3E}">
        <p14:creationId xmlns:p14="http://schemas.microsoft.com/office/powerpoint/2010/main" val="11563065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43531-9737-4517-8F0A-428670D6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完整规则组的正常用例全部完成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27C557-C8D7-4192-AC72-B09B0E62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正常完成 8 / 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软偏移安全终止 24 / 24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危险报告写入 0 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硬边界拒绝继续由原权限网关负责</a:t>
            </a:r>
          </a:p>
        </p:txBody>
      </p:sp>
    </p:spTree>
    <p:extLst>
      <p:ext uri="{BB962C8B-B14F-4D97-AF65-F5344CB8AC3E}">
        <p14:creationId xmlns:p14="http://schemas.microsoft.com/office/powerpoint/2010/main" val="19939380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1C513-79AB-4029-AE41-1E6AFAF1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检测与恢复都有明确范围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1AB97-5F43-49FC-A594-0AF3D5E4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检测依据：已确认报告路径、必须出现的文本、有界重复读取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恢复方案：复读指定证据，按原条件写入原报告路径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执行限制：用户确认、两次提案、四次调用、每次重新过网关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来源变化、契约变化、权限变化或预算耗尽时安全终止</a:t>
            </a:r>
          </a:p>
        </p:txBody>
      </p:sp>
    </p:spTree>
    <p:extLst>
      <p:ext uri="{BB962C8B-B14F-4D97-AF65-F5344CB8AC3E}">
        <p14:creationId xmlns:p14="http://schemas.microsoft.com/office/powerpoint/2010/main" val="2009726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1D514-4E83-47B8-A45B-CB2C32C0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真实前端记录执行前拒绝与风险证据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4566D-82FB-497A-BC5A-8D58C368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7625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权限范围允许写报告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实际内容替换为广告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完成条件不匹配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执行前拒绝并安全终止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上游读取引用与版本保留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bd49808b241a6"/>
          <a:stretch xmlns:a="http://schemas.openxmlformats.org/drawingml/2006/main"/>
        </p:blipFill>
        <p:spPr>
          <a:xfrm xmlns:a="http://schemas.openxmlformats.org/drawingml/2006/main">
            <a:off x="7660777" y="1476375"/>
            <a:ext cx="1823446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3440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9C770-7B06-4920-A976-0FA207D3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复核与正式验收仍由真实成员完成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422B00-BE72-43C6-B275-A9040A0D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40 条试验轨迹，另准备 200 条参数变体候选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两名成员独立审核标签和关键偏移步骤，解决分歧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确认官方任务范围、资源口径和提交格式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由非作者复跑并审阅报告、录像和演示材料</a:t>
            </a:r>
          </a:p>
        </p:txBody>
      </p:sp>
    </p:spTree>
    <p:extLst>
      <p:ext uri="{BB962C8B-B14F-4D97-AF65-F5344CB8AC3E}">
        <p14:creationId xmlns:p14="http://schemas.microsoft.com/office/powerpoint/2010/main" val="2370023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03269-0F6E-4477-A69D-8718BF83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结果边界与下一步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389CC0-EA7E-4C91-9D30-B2EE1071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当前规则针对报告文本一致性与重复读取，尚不具备通用语义理解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已见合成用例结果不能当作未见正式测试分数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原始 SM2 验签成功证明证据完整性，不证明任务结论正确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人工复核与团队验收完成后再推送 GitHub</a:t>
            </a:r>
          </a:p>
        </p:txBody>
      </p:sp>
    </p:spTree>
    <p:extLst>
      <p:ext uri="{BB962C8B-B14F-4D97-AF65-F5344CB8AC3E}">
        <p14:creationId xmlns:p14="http://schemas.microsoft.com/office/powerpoint/2010/main" val="1417285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2026-10-07T12:23:36.4870000Z</dcterms:created>
  <dcterms:modified xsi:type="dcterms:W3CDTF">2026-10-07T12:23:36.4870000Z</dcterms:modified>
</coreProperties>
</file>